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109728"/>
          </a:xfrm>
          <a:prstGeom prst="rect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25522"/>
                </a:solidFill>
              </a:rPr>
              <a:t>CONTOSO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One day in</a:t>
            </a:r>
          </a:p>
          <a:p>
            <a:r>
              <a:rPr sz="3200" b="1">
                <a:solidFill>
                  <a:srgbClr val="FFFFFF"/>
                </a:solidFill>
              </a:rPr>
              <a:t>Operations,</a:t>
            </a:r>
          </a:p>
          <a:p>
            <a:r>
              <a:rPr sz="3200" b="1">
                <a:solidFill>
                  <a:srgbClr val="E25522"/>
                </a:solidFill>
              </a:rPr>
              <a:t>compressed by Copilot</a:t>
            </a:r>
          </a:p>
          <a:p>
            <a:pPr>
              <a:spcBef>
                <a:spcPts val="2800"/>
              </a:spcBef>
            </a:pPr>
            <a:r>
              <a:rPr sz="1600" b="1">
                <a:solidFill>
                  <a:srgbClr val="FFFFFF"/>
                </a:solidFill>
              </a:rPr>
              <a:t>Indra Wijaya</a:t>
            </a:r>
          </a:p>
          <a:p>
            <a:r>
              <a:rPr sz="1200">
                <a:solidFill>
                  <a:srgbClr val="C4CBD4"/>
                </a:solidFill>
              </a:rPr>
              <a:t>Regional Operations Manager</a:t>
            </a:r>
          </a:p>
          <a:p>
            <a:r>
              <a:rPr sz="1200">
                <a:solidFill>
                  <a:srgbClr val="C4CBD4"/>
                </a:solidFill>
              </a:rPr>
              <a:t>Contoso Active · CA PIM 1</a:t>
            </a:r>
          </a:p>
          <a:p>
            <a:pPr>
              <a:spcBef>
                <a:spcPts val="2000"/>
              </a:spcBef>
            </a:pPr>
            <a:r>
              <a:rPr sz="1300" i="1">
                <a:solidFill>
                  <a:srgbClr val="FFFFFF"/>
                </a:solidFill>
              </a:rPr>
              <a:t>It's 1 April 2026.</a:t>
            </a:r>
          </a:p>
          <a:p>
            <a:r>
              <a:rPr sz="1200">
                <a:solidFill>
                  <a:srgbClr val="E2E8F0"/>
                </a:solidFill>
              </a:rPr>
              <a:t>Q1 just closed. CA PIM 1 landed at 87.8% of the 5.4B IDR target — 12.2% short. The COO wants a brief by Friday: what happened, why, what we're doing about it. Yesterday this was a 10-hour day. Today, Copilot makes it 90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4864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The 90-minute Operations flow</a:t>
            </a:r>
          </a:p>
        </p:txBody>
      </p:sp>
      <p:sp>
        <p:nvSpPr>
          <p:cNvPr id="8" name="Oval 7"/>
          <p:cNvSpPr/>
          <p:nvPr/>
        </p:nvSpPr>
        <p:spPr>
          <a:xfrm>
            <a:off x="4572000" y="123444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533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2161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Copilot Chat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Get the lay of the land — research Q1 sportswear trends, summarise emails &amp; Teams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0" y="201168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3055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Word Agent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Draft the action plan — expand the seed memo into a SMART Store Action Plan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0" y="278892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779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77063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PowerPoint Agent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Build the COO deck — turn the memo into a 5-slide briefing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356616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8503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54787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Excel Agent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Analyse the DSR — MTD vs target, YoY, anomalies, traffic-light formatting in-grid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0" y="434340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6227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Researcher · Analyst · Plan in Excel · Image · Pages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Benchmark Jakarta, forecast Q2, simulate +5% conversion, hero visual, share via Pages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0" y="512064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52395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023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Cowork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Ship a live HTML dashboard with slicers — date, week, channel, anomaly — charts react live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217920"/>
            <a:ext cx="72237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6263640"/>
            <a:ext cx="7040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F2937"/>
                </a:solidFill>
              </a:rPr>
              <a:t>Microsoft 365 Copilot · Basic (Chat, Word, PowerPoint, Excel) + Premium (Researcher, Analyst, Plan in Excel, Image, Pages, Cowork)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