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6" d="100"/>
          <a:sy n="116" d="100"/>
        </p:scale>
        <p:origin x="2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i Yi Yap" userId="ded5ede2-18a8-43f0-9520-5b9cfae853ea" providerId="ADAL" clId="{48360A01-77E9-4FB0-AFCE-901941CDCF3A}"/>
    <pc:docChg chg="modSld">
      <pc:chgData name="Pei Yi Yap" userId="ded5ede2-18a8-43f0-9520-5b9cfae853ea" providerId="ADAL" clId="{48360A01-77E9-4FB0-AFCE-901941CDCF3A}" dt="2026-05-19T13:46:56.961" v="6" actId="404"/>
      <pc:docMkLst>
        <pc:docMk/>
      </pc:docMkLst>
      <pc:sldChg chg="modSp mod">
        <pc:chgData name="Pei Yi Yap" userId="ded5ede2-18a8-43f0-9520-5b9cfae853ea" providerId="ADAL" clId="{48360A01-77E9-4FB0-AFCE-901941CDCF3A}" dt="2026-05-19T13:46:56.961" v="6" actId="404"/>
        <pc:sldMkLst>
          <pc:docMk/>
          <pc:sldMk cId="0" sldId="256"/>
        </pc:sldMkLst>
        <pc:spChg chg="mod">
          <ac:chgData name="Pei Yi Yap" userId="ded5ede2-18a8-43f0-9520-5b9cfae853ea" providerId="ADAL" clId="{48360A01-77E9-4FB0-AFCE-901941CDCF3A}" dt="2026-05-19T13:46:43.391" v="2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Pei Yi Yap" userId="ded5ede2-18a8-43f0-9520-5b9cfae853ea" providerId="ADAL" clId="{48360A01-77E9-4FB0-AFCE-901941CDCF3A}" dt="2026-05-19T13:46:56.961" v="6" actId="404"/>
          <ac:spMkLst>
            <pc:docMk/>
            <pc:sldMk cId="0" sldId="256"/>
            <ac:spMk id="10" creationId="{00000000-0000-0000-0000-000000000000}"/>
          </ac:spMkLst>
        </pc:spChg>
        <pc:spChg chg="mod">
          <ac:chgData name="Pei Yi Yap" userId="ded5ede2-18a8-43f0-9520-5b9cfae853ea" providerId="ADAL" clId="{48360A01-77E9-4FB0-AFCE-901941CDCF3A}" dt="2026-05-19T13:46:56.961" v="6" actId="404"/>
          <ac:spMkLst>
            <pc:docMk/>
            <pc:sldMk cId="0" sldId="256"/>
            <ac:spMk id="13" creationId="{00000000-0000-0000-0000-000000000000}"/>
          </ac:spMkLst>
        </pc:spChg>
        <pc:spChg chg="mod">
          <ac:chgData name="Pei Yi Yap" userId="ded5ede2-18a8-43f0-9520-5b9cfae853ea" providerId="ADAL" clId="{48360A01-77E9-4FB0-AFCE-901941CDCF3A}" dt="2026-05-19T13:46:56.961" v="6" actId="404"/>
          <ac:spMkLst>
            <pc:docMk/>
            <pc:sldMk cId="0" sldId="256"/>
            <ac:spMk id="16" creationId="{00000000-0000-0000-0000-000000000000}"/>
          </ac:spMkLst>
        </pc:spChg>
        <pc:spChg chg="mod">
          <ac:chgData name="Pei Yi Yap" userId="ded5ede2-18a8-43f0-9520-5b9cfae853ea" providerId="ADAL" clId="{48360A01-77E9-4FB0-AFCE-901941CDCF3A}" dt="2026-05-19T13:46:56.961" v="6" actId="404"/>
          <ac:spMkLst>
            <pc:docMk/>
            <pc:sldMk cId="0" sldId="256"/>
            <ac:spMk id="19" creationId="{00000000-0000-0000-0000-000000000000}"/>
          </ac:spMkLst>
        </pc:spChg>
        <pc:spChg chg="mod">
          <ac:chgData name="Pei Yi Yap" userId="ded5ede2-18a8-43f0-9520-5b9cfae853ea" providerId="ADAL" clId="{48360A01-77E9-4FB0-AFCE-901941CDCF3A}" dt="2026-05-19T13:46:56.961" v="6" actId="404"/>
          <ac:spMkLst>
            <pc:docMk/>
            <pc:sldMk cId="0" sldId="256"/>
            <ac:spMk id="22" creationId="{00000000-0000-0000-0000-000000000000}"/>
          </ac:spMkLst>
        </pc:spChg>
        <pc:spChg chg="mod">
          <ac:chgData name="Pei Yi Yap" userId="ded5ede2-18a8-43f0-9520-5b9cfae853ea" providerId="ADAL" clId="{48360A01-77E9-4FB0-AFCE-901941CDCF3A}" dt="2026-05-19T13:46:56.961" v="6" actId="404"/>
          <ac:spMkLst>
            <pc:docMk/>
            <pc:sldMk cId="0" sldId="256"/>
            <ac:spMk id="25" creationId="{00000000-0000-0000-0000-000000000000}"/>
          </ac:spMkLst>
        </pc:spChg>
        <pc:spChg chg="mod">
          <ac:chgData name="Pei Yi Yap" userId="ded5ede2-18a8-43f0-9520-5b9cfae853ea" providerId="ADAL" clId="{48360A01-77E9-4FB0-AFCE-901941CDCF3A}" dt="2026-05-19T13:46:38.931" v="1" actId="1076"/>
          <ac:spMkLst>
            <pc:docMk/>
            <pc:sldMk cId="0" sldId="256"/>
            <ac:spMk id="27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19-May-26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109728"/>
          </a:xfrm>
          <a:prstGeom prst="rect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365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25522"/>
                </a:solidFill>
              </a:rPr>
              <a:t>CONTOSO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One day in</a:t>
            </a:r>
          </a:p>
          <a:p>
            <a:r>
              <a:rPr sz="3200" b="1">
                <a:solidFill>
                  <a:srgbClr val="FFFFFF"/>
                </a:solidFill>
              </a:rPr>
              <a:t>Operations,</a:t>
            </a:r>
          </a:p>
          <a:p>
            <a:r>
              <a:rPr sz="3200" b="1">
                <a:solidFill>
                  <a:srgbClr val="E25522"/>
                </a:solidFill>
              </a:rPr>
              <a:t>compressed by Copilot</a:t>
            </a:r>
          </a:p>
          <a:p>
            <a:pPr>
              <a:spcBef>
                <a:spcPts val="2800"/>
              </a:spcBef>
            </a:pPr>
            <a:r>
              <a:rPr sz="1600" b="1">
                <a:solidFill>
                  <a:srgbClr val="FFFFFF"/>
                </a:solidFill>
              </a:rPr>
              <a:t>Indra Wijaya</a:t>
            </a:r>
          </a:p>
          <a:p>
            <a:r>
              <a:rPr sz="1200">
                <a:solidFill>
                  <a:srgbClr val="C4CBD4"/>
                </a:solidFill>
              </a:rPr>
              <a:t>Regional Operations Manager</a:t>
            </a:r>
          </a:p>
          <a:p>
            <a:r>
              <a:rPr sz="1200">
                <a:solidFill>
                  <a:srgbClr val="C4CBD4"/>
                </a:solidFill>
              </a:rPr>
              <a:t>Contoso Active · CA PIM 1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FFFFFF"/>
                </a:solidFill>
              </a:rPr>
              <a:t>It's 1 May 2026.</a:t>
            </a:r>
          </a:p>
          <a:p>
            <a:r>
              <a:rPr sz="1200">
                <a:solidFill>
                  <a:srgbClr val="E2E8F0"/>
                </a:solidFill>
              </a:rPr>
              <a:t>Q1 just closed. CA PIM 1 landed at 87.8% of the 5.4B IDR target — 12.2% short. The COO wants a brief by Friday: what happened, why, what we're doing about it. Yesterday this was a 10-hour day. Today, Copilot makes it 90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48640"/>
            <a:ext cx="234660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1F2937"/>
                </a:solidFill>
              </a:rPr>
              <a:t>The Operations flow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23444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3533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16152"/>
            <a:ext cx="6035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1F2937"/>
                </a:solidFill>
              </a:rPr>
              <a:t>Copilot Chat</a:t>
            </a:r>
          </a:p>
          <a:p>
            <a:r>
              <a:rPr sz="1200" dirty="0">
                <a:solidFill>
                  <a:srgbClr val="6B7280"/>
                </a:solidFill>
              </a:rPr>
              <a:t>Get the lay of the land — research Q1 sportswear trends, </a:t>
            </a:r>
            <a:r>
              <a:rPr sz="1200" dirty="0" err="1">
                <a:solidFill>
                  <a:srgbClr val="6B7280"/>
                </a:solidFill>
              </a:rPr>
              <a:t>summarise</a:t>
            </a:r>
            <a:r>
              <a:rPr sz="1200" dirty="0">
                <a:solidFill>
                  <a:srgbClr val="6B7280"/>
                </a:solidFill>
              </a:rPr>
              <a:t> emails &amp; Teams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201168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13055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6035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1F2937"/>
                </a:solidFill>
              </a:rPr>
              <a:t>WXP Agents · Edit with Copilot</a:t>
            </a:r>
          </a:p>
          <a:p>
            <a:r>
              <a:rPr sz="1200">
                <a:solidFill>
                  <a:srgbClr val="6B7280"/>
                </a:solidFill>
              </a:rPr>
              <a:t>Edit the DSR, draft the Store Action Plan, build the COO deck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278892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290779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770632"/>
            <a:ext cx="6035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1F2937"/>
                </a:solidFill>
              </a:rPr>
              <a:t>Researcher</a:t>
            </a:r>
          </a:p>
          <a:p>
            <a:r>
              <a:rPr sz="1200">
                <a:solidFill>
                  <a:srgbClr val="6B7280"/>
                </a:solidFill>
              </a:rPr>
              <a:t>Benchmark Jakarta flagships — Nike, Adidas, Decathlon with citations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356616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0" y="368503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547872"/>
            <a:ext cx="6035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1F2937"/>
                </a:solidFill>
              </a:rPr>
              <a:t>Analyst · DSR</a:t>
            </a:r>
          </a:p>
          <a:p>
            <a:r>
              <a:rPr sz="1200">
                <a:solidFill>
                  <a:srgbClr val="6B7280"/>
                </a:solidFill>
              </a:rPr>
              <a:t>Forecast month-end, z-score anomalies, board-ready summary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434340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446227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6035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1F2937"/>
                </a:solidFill>
              </a:rPr>
              <a:t>Cowork</a:t>
            </a:r>
            <a:r>
              <a:rPr b="1" dirty="0">
                <a:solidFill>
                  <a:srgbClr val="1F2937"/>
                </a:solidFill>
              </a:rPr>
              <a:t> · DSR</a:t>
            </a:r>
          </a:p>
          <a:p>
            <a:r>
              <a:rPr sz="1200">
                <a:solidFill>
                  <a:srgbClr val="6B7280"/>
                </a:solidFill>
              </a:rPr>
              <a:t>Ship a live HTML dashboard with slicers — date, week, channel, anomaly — charts react live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512064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52395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02352"/>
            <a:ext cx="6035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1F2937"/>
                </a:solidFill>
              </a:rPr>
              <a:t>Agent Builder</a:t>
            </a:r>
          </a:p>
          <a:p>
            <a:r>
              <a:rPr sz="1200">
                <a:solidFill>
                  <a:srgbClr val="6B7280"/>
                </a:solidFill>
              </a:rPr>
              <a:t>Build the Store Ops Coach — grounded on DSR, action plan, 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217920"/>
            <a:ext cx="72237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74457" y="6311329"/>
            <a:ext cx="561884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dirty="0">
                <a:solidFill>
                  <a:srgbClr val="1F2937"/>
                </a:solidFill>
              </a:rPr>
              <a:t>Microsoft 365 Copilot · Chat · Edit with Copilot (W/X/P) · Researcher · Analyst · </a:t>
            </a:r>
            <a:r>
              <a:rPr sz="1000" b="1" dirty="0" err="1">
                <a:solidFill>
                  <a:srgbClr val="1F2937"/>
                </a:solidFill>
              </a:rPr>
              <a:t>Cowork</a:t>
            </a:r>
            <a:r>
              <a:rPr sz="1000" b="1" dirty="0">
                <a:solidFill>
                  <a:srgbClr val="1F2937"/>
                </a:solidFill>
              </a:rPr>
              <a:t> · Agent Builder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214</Words>
  <Application>Microsoft Office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Pei Yi Yap</cp:lastModifiedBy>
  <cp:revision>1</cp:revision>
  <dcterms:created xsi:type="dcterms:W3CDTF">2013-01-27T09:14:16Z</dcterms:created>
  <dcterms:modified xsi:type="dcterms:W3CDTF">2026-05-19T13:46:59Z</dcterms:modified>
  <cp:category/>
</cp:coreProperties>
</file>