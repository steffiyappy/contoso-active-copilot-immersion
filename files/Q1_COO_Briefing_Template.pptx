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 b="1">
                <a:solidFill>
                  <a:srgbClr val="E25522"/>
                </a:solidFill>
              </a:rPr>
              <a:t>CONTOSO ACTIVE</a:t>
            </a:r>
            <a:r>
              <a:rPr sz="1100">
                <a:solidFill>
                  <a:srgbClr val="FFFFFF"/>
                </a:solidFill>
              </a:rPr>
              <a:t>    Q1 2026 · COO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0" cy="73152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Contoso Active · Operations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F2937"/>
                </a:solidFill>
              </a:rPr>
              <a:t>Q1 2026 · COO Briefing</a:t>
            </a:r>
          </a:p>
          <a:p>
            <a:r>
              <a:rPr sz="2000">
                <a:solidFill>
                  <a:srgbClr val="E25522"/>
                </a:solidFill>
              </a:rPr>
              <a:t>Contoso Active · CA PIM 1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Prepared for the Friday board review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 b="1">
                <a:solidFill>
                  <a:srgbClr val="E25522"/>
                </a:solidFill>
              </a:rPr>
              <a:t>CONTOSO ACTIVE</a:t>
            </a:r>
            <a:r>
              <a:rPr sz="1100">
                <a:solidFill>
                  <a:srgbClr val="FFFFFF"/>
                </a:solidFill>
              </a:rPr>
              <a:t>    Q1 2026 · COO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0" cy="73152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[Slide 2 · Q1 Highlights]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Copilot — pull MTD totals, YoY, Target achievement, 3 key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Contoso Active · Operations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 b="1">
                <a:solidFill>
                  <a:srgbClr val="E25522"/>
                </a:solidFill>
              </a:rPr>
              <a:t>CONTOSO ACTIVE</a:t>
            </a:r>
            <a:r>
              <a:rPr sz="1100">
                <a:solidFill>
                  <a:srgbClr val="FFFFFF"/>
                </a:solidFill>
              </a:rPr>
              <a:t>    Q1 2026 · COO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0" cy="73152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[Slide 3 · Underperformers &amp; Anomalies]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Copilot — list anomaly days + root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Contoso Active · Operations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 b="1">
                <a:solidFill>
                  <a:srgbClr val="E25522"/>
                </a:solidFill>
              </a:rPr>
              <a:t>CONTOSO ACTIVE</a:t>
            </a:r>
            <a:r>
              <a:rPr sz="1100">
                <a:solidFill>
                  <a:srgbClr val="FFFFFF"/>
                </a:solidFill>
              </a:rPr>
              <a:t>    Q1 2026 · COO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0" cy="73152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[Slide 4 · Actions]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Copilot — 5 SMART actions, owner, due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Contoso Active · Operations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 b="1">
                <a:solidFill>
                  <a:srgbClr val="E25522"/>
                </a:solidFill>
              </a:rPr>
              <a:t>CONTOSO ACTIVE</a:t>
            </a:r>
            <a:r>
              <a:rPr sz="1100">
                <a:solidFill>
                  <a:srgbClr val="FFFFFF"/>
                </a:solidFill>
              </a:rPr>
              <a:t>    Q1 2026 · COO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0" cy="73152"/>
          </a:xfrm>
          <a:prstGeom prst="rect">
            <a:avLst/>
          </a:prstGeom>
          <a:solidFill>
            <a:srgbClr val="E2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[Slide 5 · The Ask]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Copilot — what we need from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Contoso Active · Operations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